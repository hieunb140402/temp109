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258" r:id="rId3"/>
    <p:sldId id="259" r:id="rId4"/>
    <p:sldId id="260"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2"/>
          <c:order val="0"/>
          <c:tx>
            <c:strRef>
              <c:f>Sheet1!$A$2</c:f>
              <c:strCache>
                <c:ptCount val="1"/>
                <c:pt idx="0">
                  <c:v>Graph information</c:v>
                </c:pt>
              </c:strCache>
            </c:strRef>
          </c:tx>
          <c:spPr>
            <a:solidFill>
              <a:schemeClr val="tx1">
                <a:lumMod val="50000"/>
                <a:lumOff val="50000"/>
              </a:schemeClr>
            </a:solidFill>
            <a:ln w="5879">
              <a:solidFill>
                <a:schemeClr val="tx1"/>
              </a:solidFill>
              <a:prstDash val="solid"/>
            </a:ln>
          </c:spPr>
          <c:invertIfNegative val="0"/>
          <c:dLbls>
            <c:numFmt formatCode="&quot;$&quot;#,##0.0" sourceLinked="0"/>
            <c:spPr>
              <a:noFill/>
              <a:ln>
                <a:noFill/>
              </a:ln>
              <a:effectLst/>
            </c:spPr>
            <c:txPr>
              <a:bodyPr/>
              <a:lstStyle/>
              <a:p>
                <a:pPr>
                  <a:defRPr sz="1100">
                    <a:solidFill>
                      <a:schemeClr val="bg1"/>
                    </a:solidFill>
                    <a:latin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Sheet1!$B$1:$L$1</c:f>
              <c:strCache>
                <c:ptCount val="11"/>
                <c:pt idx="0">
                  <c:v>2002</c:v>
                </c:pt>
                <c:pt idx="1">
                  <c:v>2003</c:v>
                </c:pt>
                <c:pt idx="2">
                  <c:v>2004</c:v>
                </c:pt>
                <c:pt idx="3">
                  <c:v>2005</c:v>
                </c:pt>
                <c:pt idx="4">
                  <c:v>2006</c:v>
                </c:pt>
                <c:pt idx="5">
                  <c:v>2007</c:v>
                </c:pt>
                <c:pt idx="6">
                  <c:v>2008</c:v>
                </c:pt>
                <c:pt idx="7">
                  <c:v>2009</c:v>
                </c:pt>
                <c:pt idx="8">
                  <c:v>2010</c:v>
                </c:pt>
                <c:pt idx="9">
                  <c:v>2011</c:v>
                </c:pt>
                <c:pt idx="10">
                  <c:v>2012 (Proj)</c:v>
                </c:pt>
              </c:strCache>
            </c:strRef>
          </c:cat>
          <c:val>
            <c:numRef>
              <c:f>Sheet1!$B$2:$L$2</c:f>
              <c:numCache>
                <c:formatCode>General</c:formatCode>
                <c:ptCount val="11"/>
                <c:pt idx="7" formatCode="_(* #,##0.00_);_(* \(#,##0.00\);_(* &quot;-&quot;??_);_(@_)">
                  <c:v>0.50700000000000001</c:v>
                </c:pt>
                <c:pt idx="8" formatCode="_(* #,##0.00_);_(* \(#,##0.00\);_(* &quot;-&quot;??_);_(@_)">
                  <c:v>0.45500000000000002</c:v>
                </c:pt>
                <c:pt idx="9" formatCode="_(* #,##0.00_);_(* \(#,##0.00\);_(* &quot;-&quot;??_);_(@_)">
                  <c:v>1.5249999999999975</c:v>
                </c:pt>
                <c:pt idx="10" formatCode="_(* #,##0.00_);_(* \(#,##0.00\);_(* &quot;-&quot;??_);_(@_)">
                  <c:v>2.2200000000000002</c:v>
                </c:pt>
              </c:numCache>
            </c:numRef>
          </c:val>
          <c:extLst>
            <c:ext xmlns:c16="http://schemas.microsoft.com/office/drawing/2014/chart" uri="{C3380CC4-5D6E-409C-BE32-E72D297353CC}">
              <c16:uniqueId val="{00000000-351F-4853-B9D1-1E516D1797A3}"/>
            </c:ext>
          </c:extLst>
        </c:ser>
        <c:ser>
          <c:idx val="0"/>
          <c:order val="1"/>
          <c:tx>
            <c:strRef>
              <c:f>Sheet1!$A$3</c:f>
              <c:strCache>
                <c:ptCount val="1"/>
                <c:pt idx="0">
                  <c:v>Graph information</c:v>
                </c:pt>
              </c:strCache>
            </c:strRef>
          </c:tx>
          <c:invertIfNegative val="0"/>
          <c:dLbls>
            <c:numFmt formatCode="&quot;$&quot;#,##0.0" sourceLinked="0"/>
            <c:spPr>
              <a:noFill/>
              <a:ln>
                <a:noFill/>
              </a:ln>
              <a:effectLst/>
            </c:spPr>
            <c:txPr>
              <a:bodyPr/>
              <a:lstStyle/>
              <a:p>
                <a:pPr>
                  <a:defRPr sz="1100">
                    <a:solidFill>
                      <a:schemeClr val="bg1"/>
                    </a:solidFill>
                    <a:latin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Sheet1!$B$1:$L$1</c:f>
              <c:strCache>
                <c:ptCount val="11"/>
                <c:pt idx="0">
                  <c:v>2002</c:v>
                </c:pt>
                <c:pt idx="1">
                  <c:v>2003</c:v>
                </c:pt>
                <c:pt idx="2">
                  <c:v>2004</c:v>
                </c:pt>
                <c:pt idx="3">
                  <c:v>2005</c:v>
                </c:pt>
                <c:pt idx="4">
                  <c:v>2006</c:v>
                </c:pt>
                <c:pt idx="5">
                  <c:v>2007</c:v>
                </c:pt>
                <c:pt idx="6">
                  <c:v>2008</c:v>
                </c:pt>
                <c:pt idx="7">
                  <c:v>2009</c:v>
                </c:pt>
                <c:pt idx="8">
                  <c:v>2010</c:v>
                </c:pt>
                <c:pt idx="9">
                  <c:v>2011</c:v>
                </c:pt>
                <c:pt idx="10">
                  <c:v>2012 (Proj)</c:v>
                </c:pt>
              </c:strCache>
            </c:strRef>
          </c:cat>
          <c:val>
            <c:numRef>
              <c:f>Sheet1!$B$3:$L$3</c:f>
              <c:numCache>
                <c:formatCode>_(* #,##0.00_);_(* \(#,##0.00\);_(* "-"??_);_(@_)</c:formatCode>
                <c:ptCount val="11"/>
                <c:pt idx="0">
                  <c:v>-1</c:v>
                </c:pt>
                <c:pt idx="1">
                  <c:v>1.4</c:v>
                </c:pt>
                <c:pt idx="2">
                  <c:v>1.6</c:v>
                </c:pt>
                <c:pt idx="3">
                  <c:v>2.5</c:v>
                </c:pt>
                <c:pt idx="4">
                  <c:v>3.3</c:v>
                </c:pt>
                <c:pt idx="5">
                  <c:v>4.0999999999999996</c:v>
                </c:pt>
                <c:pt idx="6">
                  <c:v>5.0999999999999996</c:v>
                </c:pt>
                <c:pt idx="7">
                  <c:v>6.4780000000000024</c:v>
                </c:pt>
                <c:pt idx="8">
                  <c:v>5.8330000000000002</c:v>
                </c:pt>
                <c:pt idx="9">
                  <c:v>5.8309999999999986</c:v>
                </c:pt>
                <c:pt idx="10">
                  <c:v>3.4999999999999987</c:v>
                </c:pt>
              </c:numCache>
            </c:numRef>
          </c:val>
          <c:extLst>
            <c:ext xmlns:c16="http://schemas.microsoft.com/office/drawing/2014/chart" uri="{C3380CC4-5D6E-409C-BE32-E72D297353CC}">
              <c16:uniqueId val="{00000001-351F-4853-B9D1-1E516D1797A3}"/>
            </c:ext>
          </c:extLst>
        </c:ser>
        <c:dLbls>
          <c:showLegendKey val="0"/>
          <c:showVal val="0"/>
          <c:showCatName val="0"/>
          <c:showSerName val="0"/>
          <c:showPercent val="0"/>
          <c:showBubbleSize val="0"/>
        </c:dLbls>
        <c:gapWidth val="75"/>
        <c:overlap val="100"/>
        <c:axId val="83139200"/>
        <c:axId val="83147008"/>
      </c:barChart>
      <c:catAx>
        <c:axId val="83139200"/>
        <c:scaling>
          <c:orientation val="minMax"/>
        </c:scaling>
        <c:delete val="0"/>
        <c:axPos val="b"/>
        <c:numFmt formatCode="General" sourceLinked="1"/>
        <c:majorTickMark val="none"/>
        <c:minorTickMark val="none"/>
        <c:tickLblPos val="low"/>
        <c:spPr>
          <a:ln w="17638">
            <a:solidFill>
              <a:schemeClr val="tx1"/>
            </a:solidFill>
            <a:prstDash val="solid"/>
          </a:ln>
        </c:spPr>
        <c:txPr>
          <a:bodyPr rot="0" vert="horz"/>
          <a:lstStyle/>
          <a:p>
            <a:pPr>
              <a:defRPr sz="1100">
                <a:latin typeface="Arial"/>
                <a:cs typeface="Arial"/>
              </a:defRPr>
            </a:pPr>
            <a:endParaRPr lang="en-US"/>
          </a:p>
        </c:txPr>
        <c:crossAx val="83147008"/>
        <c:crosses val="autoZero"/>
        <c:auto val="1"/>
        <c:lblAlgn val="ctr"/>
        <c:lblOffset val="0"/>
        <c:tickLblSkip val="1"/>
        <c:tickMarkSkip val="1"/>
        <c:noMultiLvlLbl val="0"/>
      </c:catAx>
      <c:valAx>
        <c:axId val="83147008"/>
        <c:scaling>
          <c:orientation val="minMax"/>
        </c:scaling>
        <c:delete val="0"/>
        <c:axPos val="l"/>
        <c:majorGridlines>
          <c:spPr>
            <a:ln w="1470">
              <a:solidFill>
                <a:schemeClr val="tx1"/>
              </a:solidFill>
              <a:prstDash val="solid"/>
            </a:ln>
          </c:spPr>
        </c:majorGridlines>
        <c:numFmt formatCode="\$#,##0.0_);\(\$#,##0.0\)" sourceLinked="0"/>
        <c:majorTickMark val="none"/>
        <c:minorTickMark val="none"/>
        <c:tickLblPos val="nextTo"/>
        <c:spPr>
          <a:ln w="25400">
            <a:noFill/>
          </a:ln>
        </c:spPr>
        <c:txPr>
          <a:bodyPr rot="0" vert="horz"/>
          <a:lstStyle/>
          <a:p>
            <a:pPr>
              <a:defRPr sz="1200">
                <a:latin typeface="Arial"/>
                <a:cs typeface="Arial"/>
              </a:defRPr>
            </a:pPr>
            <a:endParaRPr lang="en-US"/>
          </a:p>
        </c:txPr>
        <c:crossAx val="83139200"/>
        <c:crosses val="autoZero"/>
        <c:crossBetween val="between"/>
      </c:valAx>
      <c:spPr>
        <a:noFill/>
        <a:ln w="9525" cap="flat" cmpd="sng" algn="ctr">
          <a:solidFill>
            <a:srgbClr val="4F81BD"/>
          </a:solidFill>
          <a:prstDash val="solid"/>
        </a:ln>
        <a:effectLst/>
      </c:spPr>
    </c:plotArea>
    <c:legend>
      <c:legendPos val="b"/>
      <c:layout>
        <c:manualLayout>
          <c:xMode val="edge"/>
          <c:yMode val="edge"/>
          <c:x val="6.3021791887349465E-2"/>
          <c:y val="0.86085602485455004"/>
          <c:w val="0.59013423820598221"/>
          <c:h val="0.10754330411639798"/>
        </c:manualLayout>
      </c:layout>
      <c:overlay val="0"/>
      <c:txPr>
        <a:bodyPr/>
        <a:lstStyle/>
        <a:p>
          <a:pPr algn="l">
            <a:defRPr sz="1200">
              <a:latin typeface="Arial"/>
              <a:cs typeface="Arial"/>
            </a:defRPr>
          </a:pPr>
          <a:endParaRPr lang="en-US"/>
        </a:p>
      </c:txPr>
    </c:legend>
    <c:plotVisOnly val="1"/>
    <c:dispBlanksAs val="gap"/>
    <c:showDLblsOverMax val="0"/>
  </c:chart>
  <c:spPr>
    <a:noFill/>
    <a:ln>
      <a:noFill/>
    </a:ln>
  </c:spPr>
  <c:txPr>
    <a:bodyPr/>
    <a:lstStyle/>
    <a:p>
      <a:pPr>
        <a:defRPr sz="1400" b="0" i="0" u="none" strike="noStrike" baseline="0">
          <a:solidFill>
            <a:schemeClr val="tx1"/>
          </a:solidFill>
          <a:latin typeface="+mj-lt"/>
          <a:ea typeface="Tahoma"/>
          <a:cs typeface="Tahoma"/>
        </a:defRPr>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0.38225</cdr:x>
      <cdr:y>0.7085</cdr:y>
    </cdr:from>
    <cdr:to>
      <cdr:x>0.4045</cdr:x>
      <cdr:y>0.777</cdr:y>
    </cdr:to>
    <cdr:sp macro="" textlink="">
      <cdr:nvSpPr>
        <cdr:cNvPr id="1025" name="Text Box 1"/>
        <cdr:cNvSpPr txBox="1">
          <a:spLocks xmlns:a="http://schemas.openxmlformats.org/drawingml/2006/main" noChangeArrowheads="1"/>
        </cdr:cNvSpPr>
      </cdr:nvSpPr>
      <cdr:spPr bwMode="auto">
        <a:xfrm xmlns:a="http://schemas.openxmlformats.org/drawingml/2006/main">
          <a:off x="3280479" y="4136808"/>
          <a:ext cx="190950" cy="399959"/>
        </a:xfrm>
        <a:prstGeom xmlns:a="http://schemas.openxmlformats.org/drawingml/2006/main" prst="rect">
          <a:avLst/>
        </a:prstGeom>
        <a:noFill xmlns:a="http://schemas.openxmlformats.org/drawingml/2006/main"/>
        <a:ln xmlns:a="http://schemas.openxmlformats.org/drawingml/2006/main" w="9525">
          <a:noFill/>
          <a:miter lim="800000"/>
          <a:headEnd/>
          <a:tailEnd/>
        </a:ln>
        <a:effectLst xmlns:a="http://schemas.openxmlformats.org/drawingml/2006/main"/>
      </cdr:spPr>
      <cdr:txBody>
        <a:bodyPr xmlns:a="http://schemas.openxmlformats.org/drawingml/2006/main" wrap="none" lIns="36576" tIns="27432" rIns="36576" bIns="27432" anchor="ctr" upright="1">
          <a:spAutoFit/>
        </a:bodyPr>
        <a:lstStyle xmlns:a="http://schemas.openxmlformats.org/drawingml/2006/main"/>
        <a:p xmlns:a="http://schemas.openxmlformats.org/drawingml/2006/main">
          <a:pPr algn="ctr" rtl="0">
            <a:defRPr sz="1000"/>
          </a:pPr>
          <a:r>
            <a:rPr lang="en-US" sz="1575" b="1" i="0" strike="noStrike" dirty="0">
              <a:solidFill>
                <a:srgbClr val="000000"/>
              </a:solidFill>
              <a:latin typeface="Tahoma"/>
              <a:cs typeface="Tahoma"/>
            </a:rPr>
            <a:t> </a:t>
          </a:r>
        </a:p>
        <a:p xmlns:a="http://schemas.openxmlformats.org/drawingml/2006/main">
          <a:pPr algn="ctr" rtl="0">
            <a:defRPr sz="1000"/>
          </a:pPr>
          <a:endParaRPr lang="en-US" sz="1575" b="1" i="0" strike="noStrike" dirty="0">
            <a:solidFill>
              <a:srgbClr val="000000"/>
            </a:solidFill>
            <a:latin typeface="Tahoma"/>
            <a:cs typeface="Tahoma"/>
          </a:endParaRPr>
        </a:p>
      </cdr:txBody>
    </cdr:sp>
  </cdr:relSizeAnchor>
  <cdr:relSizeAnchor xmlns:cdr="http://schemas.openxmlformats.org/drawingml/2006/chartDrawing">
    <cdr:from>
      <cdr:x>0.38225</cdr:x>
      <cdr:y>0.7085</cdr:y>
    </cdr:from>
    <cdr:to>
      <cdr:x>0.389</cdr:x>
      <cdr:y>0.7755</cdr:y>
    </cdr:to>
    <cdr:sp macro="" textlink="">
      <cdr:nvSpPr>
        <cdr:cNvPr id="1026" name="Text Box 2"/>
        <cdr:cNvSpPr txBox="1">
          <a:spLocks xmlns:a="http://schemas.openxmlformats.org/drawingml/2006/main" noChangeArrowheads="1"/>
        </cdr:cNvSpPr>
      </cdr:nvSpPr>
      <cdr:spPr bwMode="auto">
        <a:xfrm xmlns:a="http://schemas.openxmlformats.org/drawingml/2006/main">
          <a:off x="3280479" y="4136808"/>
          <a:ext cx="57929" cy="391201"/>
        </a:xfrm>
        <a:prstGeom xmlns:a="http://schemas.openxmlformats.org/drawingml/2006/main" prst="rect">
          <a:avLst/>
        </a:prstGeom>
        <a:noFill xmlns:a="http://schemas.openxmlformats.org/drawingml/2006/main"/>
        <a:ln xmlns:a="http://schemas.openxmlformats.org/drawingml/2006/main" w="9525">
          <a:noFill/>
          <a:miter lim="800000"/>
          <a:headEnd/>
          <a:tailEnd/>
        </a:ln>
        <a:effectLst xmlns:a="http://schemas.openxmlformats.org/drawingml/2006/main"/>
      </cdr:spPr>
    </cdr:sp>
  </cdr:relSizeAnchor>
  <cdr:relSizeAnchor xmlns:cdr="http://schemas.openxmlformats.org/drawingml/2006/chartDrawing">
    <cdr:from>
      <cdr:x>0.73847</cdr:x>
      <cdr:y>0.09717</cdr:y>
    </cdr:from>
    <cdr:to>
      <cdr:x>0.81223</cdr:x>
      <cdr:y>0.15929</cdr:y>
    </cdr:to>
    <cdr:sp macro="" textlink="">
      <cdr:nvSpPr>
        <cdr:cNvPr id="2" name="TextBox 1"/>
        <cdr:cNvSpPr txBox="1"/>
      </cdr:nvSpPr>
      <cdr:spPr>
        <a:xfrm xmlns:a="http://schemas.openxmlformats.org/drawingml/2006/main">
          <a:off x="5253982" y="390501"/>
          <a:ext cx="524778" cy="24965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b="1" dirty="0" smtClean="0">
              <a:latin typeface="Arial"/>
            </a:rPr>
            <a:t>$6.3</a:t>
          </a:r>
          <a:endParaRPr lang="en-US" sz="1100" b="1" dirty="0">
            <a:latin typeface="Arial"/>
          </a:endParaRPr>
        </a:p>
      </cdr:txBody>
    </cdr:sp>
  </cdr:relSizeAnchor>
  <cdr:relSizeAnchor xmlns:cdr="http://schemas.openxmlformats.org/drawingml/2006/chartDrawing">
    <cdr:from>
      <cdr:x>0.82134</cdr:x>
      <cdr:y>0.02937</cdr:y>
    </cdr:from>
    <cdr:to>
      <cdr:x>0.89899</cdr:x>
      <cdr:y>0.09148</cdr:y>
    </cdr:to>
    <cdr:sp macro="" textlink="">
      <cdr:nvSpPr>
        <cdr:cNvPr id="8" name="TextBox 1"/>
        <cdr:cNvSpPr txBox="1"/>
      </cdr:nvSpPr>
      <cdr:spPr>
        <a:xfrm xmlns:a="http://schemas.openxmlformats.org/drawingml/2006/main">
          <a:off x="5843559" y="118038"/>
          <a:ext cx="552453" cy="249614"/>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sz="1100" b="1" dirty="0" smtClean="0">
              <a:latin typeface="Arial"/>
            </a:rPr>
            <a:t>$7.4</a:t>
          </a:r>
          <a:endParaRPr lang="en-US" sz="1100" b="1" dirty="0">
            <a:latin typeface="Arial"/>
          </a:endParaRPr>
        </a:p>
      </cdr:txBody>
    </cdr:sp>
  </cdr:relSizeAnchor>
  <cdr:relSizeAnchor xmlns:cdr="http://schemas.openxmlformats.org/drawingml/2006/chartDrawing">
    <cdr:from>
      <cdr:x>0.65878</cdr:x>
      <cdr:y>0.04659</cdr:y>
    </cdr:from>
    <cdr:to>
      <cdr:x>0.73103</cdr:x>
      <cdr:y>0.1087</cdr:y>
    </cdr:to>
    <cdr:sp macro="" textlink="">
      <cdr:nvSpPr>
        <cdr:cNvPr id="9" name="TextBox 1"/>
        <cdr:cNvSpPr txBox="1"/>
      </cdr:nvSpPr>
      <cdr:spPr>
        <a:xfrm xmlns:a="http://schemas.openxmlformats.org/drawingml/2006/main">
          <a:off x="4686978" y="187241"/>
          <a:ext cx="514034" cy="249614"/>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sz="1100" b="1" dirty="0" smtClean="0">
              <a:latin typeface="Arial"/>
            </a:rPr>
            <a:t>$7.0</a:t>
          </a:r>
          <a:endParaRPr lang="en-US" sz="1100" b="1" dirty="0">
            <a:latin typeface="Arial"/>
          </a:endParaRPr>
        </a:p>
      </cdr:txBody>
    </cdr:sp>
  </cdr:relSizeAnchor>
  <cdr:relSizeAnchor xmlns:cdr="http://schemas.openxmlformats.org/drawingml/2006/chartDrawing">
    <cdr:from>
      <cdr:x>0.90443</cdr:x>
      <cdr:y>0.12592</cdr:y>
    </cdr:from>
    <cdr:to>
      <cdr:x>0.9828</cdr:x>
      <cdr:y>0.18804</cdr:y>
    </cdr:to>
    <cdr:sp macro="" textlink="">
      <cdr:nvSpPr>
        <cdr:cNvPr id="17" name="TextBox 1"/>
        <cdr:cNvSpPr txBox="1"/>
      </cdr:nvSpPr>
      <cdr:spPr>
        <a:xfrm xmlns:a="http://schemas.openxmlformats.org/drawingml/2006/main">
          <a:off x="6434721" y="506058"/>
          <a:ext cx="557576" cy="249654"/>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sz="1100" b="1" dirty="0" smtClean="0">
              <a:latin typeface="Arial"/>
            </a:rPr>
            <a:t>$5.7</a:t>
          </a:r>
          <a:endParaRPr lang="en-US" sz="1100" b="1" dirty="0">
            <a:latin typeface="Arial"/>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6AF6A0-3B9F-44AD-856A-158B6D8E3495}" type="datetimeFigureOut">
              <a:rPr lang="en-US" smtClean="0"/>
              <a:t>6/27/2025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45C39B-8343-4032-A2FF-E5457F14B0C6}" type="slidenum">
              <a:rPr lang="en-US" smtClean="0"/>
              <a:t>‹#›</a:t>
            </a:fld>
            <a:endParaRPr lang="en-US"/>
          </a:p>
        </p:txBody>
      </p:sp>
    </p:spTree>
    <p:extLst>
      <p:ext uri="{BB962C8B-B14F-4D97-AF65-F5344CB8AC3E}">
        <p14:creationId xmlns:p14="http://schemas.microsoft.com/office/powerpoint/2010/main" val="396592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5BE8304-BC01-4EED-96E7-D8A5F48C75B0}" type="datetimeFigureOut">
              <a:rPr lang="en-US" smtClean="0"/>
              <a:t>6/27/2025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D3684-DF64-4478-95A6-20A22FCEBEEC}" type="slidenum">
              <a:rPr lang="en-US" smtClean="0"/>
              <a:t>‹#›</a:t>
            </a:fld>
            <a:endParaRPr lang="en-US"/>
          </a:p>
        </p:txBody>
      </p:sp>
    </p:spTree>
    <p:extLst>
      <p:ext uri="{BB962C8B-B14F-4D97-AF65-F5344CB8AC3E}">
        <p14:creationId xmlns:p14="http://schemas.microsoft.com/office/powerpoint/2010/main" val="4071755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BE8304-BC01-4EED-96E7-D8A5F48C75B0}" type="datetimeFigureOut">
              <a:rPr lang="en-US" smtClean="0"/>
              <a:t>6/27/2025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D3684-DF64-4478-95A6-20A22FCEBEEC}" type="slidenum">
              <a:rPr lang="en-US" smtClean="0"/>
              <a:t>‹#›</a:t>
            </a:fld>
            <a:endParaRPr lang="en-US"/>
          </a:p>
        </p:txBody>
      </p:sp>
    </p:spTree>
    <p:extLst>
      <p:ext uri="{BB962C8B-B14F-4D97-AF65-F5344CB8AC3E}">
        <p14:creationId xmlns:p14="http://schemas.microsoft.com/office/powerpoint/2010/main" val="3831675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5BE8304-BC01-4EED-96E7-D8A5F48C75B0}" type="datetimeFigureOut">
              <a:rPr lang="en-US" smtClean="0"/>
              <a:t>6/27/2025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D3684-DF64-4478-95A6-20A22FCEBEEC}" type="slidenum">
              <a:rPr lang="en-US" smtClean="0"/>
              <a:t>‹#›</a:t>
            </a:fld>
            <a:endParaRPr lang="en-US"/>
          </a:p>
        </p:txBody>
      </p:sp>
    </p:spTree>
    <p:extLst>
      <p:ext uri="{BB962C8B-B14F-4D97-AF65-F5344CB8AC3E}">
        <p14:creationId xmlns:p14="http://schemas.microsoft.com/office/powerpoint/2010/main" val="2405000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5BE8304-BC01-4EED-96E7-D8A5F48C75B0}" type="datetimeFigureOut">
              <a:rPr lang="en-US" smtClean="0"/>
              <a:t>6/27/2025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D3684-DF64-4478-95A6-20A22FCEBEEC}" type="slidenum">
              <a:rPr lang="en-US" smtClean="0"/>
              <a:t>‹#›</a:t>
            </a:fld>
            <a:endParaRPr lang="en-US"/>
          </a:p>
        </p:txBody>
      </p:sp>
    </p:spTree>
    <p:extLst>
      <p:ext uri="{BB962C8B-B14F-4D97-AF65-F5344CB8AC3E}">
        <p14:creationId xmlns:p14="http://schemas.microsoft.com/office/powerpoint/2010/main" val="3903178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5BE8304-BC01-4EED-96E7-D8A5F48C75B0}" type="datetimeFigureOut">
              <a:rPr lang="en-US" smtClean="0"/>
              <a:t>6/27/2025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D3684-DF64-4478-95A6-20A22FCEBEEC}" type="slidenum">
              <a:rPr lang="en-US" smtClean="0"/>
              <a:t>‹#›</a:t>
            </a:fld>
            <a:endParaRPr lang="en-US"/>
          </a:p>
        </p:txBody>
      </p:sp>
    </p:spTree>
    <p:extLst>
      <p:ext uri="{BB962C8B-B14F-4D97-AF65-F5344CB8AC3E}">
        <p14:creationId xmlns:p14="http://schemas.microsoft.com/office/powerpoint/2010/main" val="1659805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5BE8304-BC01-4EED-96E7-D8A5F48C75B0}" type="datetimeFigureOut">
              <a:rPr lang="en-US" smtClean="0"/>
              <a:t>6/27/2025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D3684-DF64-4478-95A6-20A22FCEBEEC}" type="slidenum">
              <a:rPr lang="en-US" smtClean="0"/>
              <a:t>‹#›</a:t>
            </a:fld>
            <a:endParaRPr lang="en-US"/>
          </a:p>
        </p:txBody>
      </p:sp>
    </p:spTree>
    <p:extLst>
      <p:ext uri="{BB962C8B-B14F-4D97-AF65-F5344CB8AC3E}">
        <p14:creationId xmlns:p14="http://schemas.microsoft.com/office/powerpoint/2010/main" val="366217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BE8304-BC01-4EED-96E7-D8A5F48C75B0}" type="datetimeFigureOut">
              <a:rPr lang="en-US" smtClean="0"/>
              <a:t>6/27/2025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0D3684-DF64-4478-95A6-20A22FCEBEEC}" type="slidenum">
              <a:rPr lang="en-US" smtClean="0"/>
              <a:t>‹#›</a:t>
            </a:fld>
            <a:endParaRPr lang="en-US"/>
          </a:p>
        </p:txBody>
      </p:sp>
    </p:spTree>
    <p:extLst>
      <p:ext uri="{BB962C8B-B14F-4D97-AF65-F5344CB8AC3E}">
        <p14:creationId xmlns:p14="http://schemas.microsoft.com/office/powerpoint/2010/main" val="3241856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5BE8304-BC01-4EED-96E7-D8A5F48C75B0}" type="datetimeFigureOut">
              <a:rPr lang="en-US" smtClean="0"/>
              <a:t>6/27/2025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D3684-DF64-4478-95A6-20A22FCEBEEC}" type="slidenum">
              <a:rPr lang="en-US" smtClean="0"/>
              <a:t>‹#›</a:t>
            </a:fld>
            <a:endParaRPr lang="en-US"/>
          </a:p>
        </p:txBody>
      </p:sp>
    </p:spTree>
    <p:extLst>
      <p:ext uri="{BB962C8B-B14F-4D97-AF65-F5344CB8AC3E}">
        <p14:creationId xmlns:p14="http://schemas.microsoft.com/office/powerpoint/2010/main" val="957794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5BE8304-BC01-4EED-96E7-D8A5F48C75B0}" type="datetimeFigureOut">
              <a:rPr lang="en-US" smtClean="0"/>
              <a:t>6/27/2025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D3684-DF64-4478-95A6-20A22FCEBEEC}" type="slidenum">
              <a:rPr lang="en-US" smtClean="0"/>
              <a:t>‹#›</a:t>
            </a:fld>
            <a:endParaRPr lang="en-US"/>
          </a:p>
        </p:txBody>
      </p:sp>
    </p:spTree>
    <p:extLst>
      <p:ext uri="{BB962C8B-B14F-4D97-AF65-F5344CB8AC3E}">
        <p14:creationId xmlns:p14="http://schemas.microsoft.com/office/powerpoint/2010/main" val="2972315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BE8304-BC01-4EED-96E7-D8A5F48C75B0}" type="datetimeFigureOut">
              <a:rPr lang="en-US" smtClean="0"/>
              <a:t>6/27/2025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D3684-DF64-4478-95A6-20A22FCEBEEC}" type="slidenum">
              <a:rPr lang="en-US" smtClean="0"/>
              <a:t>‹#›</a:t>
            </a:fld>
            <a:endParaRPr lang="en-US"/>
          </a:p>
        </p:txBody>
      </p:sp>
    </p:spTree>
    <p:extLst>
      <p:ext uri="{BB962C8B-B14F-4D97-AF65-F5344CB8AC3E}">
        <p14:creationId xmlns:p14="http://schemas.microsoft.com/office/powerpoint/2010/main" val="662625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BE8304-BC01-4EED-96E7-D8A5F48C75B0}" type="datetimeFigureOut">
              <a:rPr lang="en-US" smtClean="0"/>
              <a:t>6/27/2025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D3684-DF64-4478-95A6-20A22FCEBEEC}" type="slidenum">
              <a:rPr lang="en-US" smtClean="0"/>
              <a:t>‹#›</a:t>
            </a:fld>
            <a:endParaRPr lang="en-US"/>
          </a:p>
        </p:txBody>
      </p:sp>
    </p:spTree>
    <p:extLst>
      <p:ext uri="{BB962C8B-B14F-4D97-AF65-F5344CB8AC3E}">
        <p14:creationId xmlns:p14="http://schemas.microsoft.com/office/powerpoint/2010/main" val="870848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BE8304-BC01-4EED-96E7-D8A5F48C75B0}" type="datetimeFigureOut">
              <a:rPr lang="en-US" smtClean="0"/>
              <a:t>6/27/2025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0D3684-DF64-4478-95A6-20A22FCEBEEC}" type="slidenum">
              <a:rPr lang="en-US" smtClean="0"/>
              <a:t>‹#›</a:t>
            </a:fld>
            <a:endParaRPr lang="en-US"/>
          </a:p>
        </p:txBody>
      </p:sp>
    </p:spTree>
    <p:extLst>
      <p:ext uri="{BB962C8B-B14F-4D97-AF65-F5344CB8AC3E}">
        <p14:creationId xmlns:p14="http://schemas.microsoft.com/office/powerpoint/2010/main" val="25043757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ickinson_hoefler_0-100-81-4.eps"/>
          <p:cNvPicPr>
            <a:picLocks noChangeAspect="1"/>
          </p:cNvPicPr>
          <p:nvPr/>
        </p:nvPicPr>
        <p:blipFill>
          <a:blip r:embed="rId2" cstate="print"/>
          <a:stretch>
            <a:fillRect/>
          </a:stretch>
        </p:blipFill>
        <p:spPr>
          <a:xfrm>
            <a:off x="722313" y="790388"/>
            <a:ext cx="4650102" cy="917148"/>
          </a:xfrm>
          <a:prstGeom prst="rect">
            <a:avLst/>
          </a:prstGeom>
        </p:spPr>
      </p:pic>
      <p:sp>
        <p:nvSpPr>
          <p:cNvPr id="3" name="Title 1"/>
          <p:cNvSpPr txBox="1">
            <a:spLocks/>
          </p:cNvSpPr>
          <p:nvPr/>
        </p:nvSpPr>
        <p:spPr>
          <a:xfrm>
            <a:off x="722313" y="2906713"/>
            <a:ext cx="7772400" cy="1362075"/>
          </a:xfrm>
          <a:prstGeom prst="rect">
            <a:avLst/>
          </a:prstGeom>
        </p:spPr>
        <p:txBody>
          <a:bodyPr vert="horz" lIns="91440" tIns="45720" rIns="91440" bIns="45720" rtlCol="0" anchor="t">
            <a:normAutofit/>
          </a:bodyPr>
          <a:lstStyle/>
          <a:p>
            <a:pPr defTabSz="457200">
              <a:spcBef>
                <a:spcPct val="0"/>
              </a:spcBef>
            </a:pPr>
            <a:r>
              <a:rPr lang="en-US" sz="2800" b="1" dirty="0" smtClean="0">
                <a:solidFill>
                  <a:prstClr val="black"/>
                </a:solidFill>
                <a:latin typeface="Arial"/>
              </a:rPr>
              <a:t>Presentation Title</a:t>
            </a:r>
            <a:endParaRPr lang="en-US" sz="2800" b="1" dirty="0">
              <a:solidFill>
                <a:prstClr val="black"/>
              </a:solidFill>
              <a:latin typeface="Arial"/>
            </a:endParaRPr>
          </a:p>
        </p:txBody>
      </p:sp>
      <p:sp>
        <p:nvSpPr>
          <p:cNvPr id="4" name="Subtitle 2"/>
          <p:cNvSpPr txBox="1">
            <a:spLocks/>
          </p:cNvSpPr>
          <p:nvPr/>
        </p:nvSpPr>
        <p:spPr>
          <a:xfrm>
            <a:off x="722313" y="4648201"/>
            <a:ext cx="7772400" cy="1683688"/>
          </a:xfrm>
          <a:prstGeom prst="rect">
            <a:avLst/>
          </a:prstGeom>
        </p:spPr>
        <p:txBody>
          <a:bodyPr vert="horz" lIns="91440" tIns="45720" rIns="91440" bIns="45720" rtlCol="0" anchor="t">
            <a:normAutofit/>
          </a:bodyPr>
          <a:lstStyle/>
          <a:p>
            <a:pPr defTabSz="457200">
              <a:spcBef>
                <a:spcPct val="20000"/>
              </a:spcBef>
              <a:buFont typeface="Arial"/>
              <a:buNone/>
            </a:pPr>
            <a:r>
              <a:rPr lang="en-US" dirty="0" smtClean="0">
                <a:solidFill>
                  <a:prstClr val="black"/>
                </a:solidFill>
                <a:latin typeface="Arial"/>
                <a:cs typeface="Arial"/>
              </a:rPr>
              <a:t>Author</a:t>
            </a:r>
          </a:p>
          <a:p>
            <a:pPr defTabSz="457200">
              <a:spcBef>
                <a:spcPct val="20000"/>
              </a:spcBef>
              <a:buFont typeface="Arial"/>
              <a:buNone/>
            </a:pPr>
            <a:r>
              <a:rPr lang="en-US" dirty="0" smtClean="0">
                <a:solidFill>
                  <a:prstClr val="black"/>
                </a:solidFill>
                <a:latin typeface="Arial"/>
                <a:cs typeface="Arial"/>
              </a:rPr>
              <a:t>Department</a:t>
            </a:r>
          </a:p>
          <a:p>
            <a:pPr defTabSz="457200">
              <a:spcBef>
                <a:spcPct val="20000"/>
              </a:spcBef>
              <a:buFont typeface="Arial"/>
              <a:buNone/>
            </a:pPr>
            <a:r>
              <a:rPr lang="en-US" dirty="0" smtClean="0">
                <a:solidFill>
                  <a:prstClr val="black"/>
                </a:solidFill>
                <a:latin typeface="Arial"/>
                <a:cs typeface="Arial"/>
              </a:rPr>
              <a:t>Date</a:t>
            </a:r>
          </a:p>
          <a:p>
            <a:pPr defTabSz="457200">
              <a:spcBef>
                <a:spcPct val="20000"/>
              </a:spcBef>
              <a:buFont typeface="Arial"/>
              <a:buNone/>
            </a:pPr>
            <a:r>
              <a:rPr lang="en-US" dirty="0" smtClean="0">
                <a:solidFill>
                  <a:prstClr val="black"/>
                </a:solidFill>
                <a:latin typeface="Arial"/>
                <a:cs typeface="Arial"/>
              </a:rPr>
              <a:t>Location</a:t>
            </a:r>
          </a:p>
        </p:txBody>
      </p:sp>
    </p:spTree>
    <p:extLst>
      <p:ext uri="{BB962C8B-B14F-4D97-AF65-F5344CB8AC3E}">
        <p14:creationId xmlns:p14="http://schemas.microsoft.com/office/powerpoint/2010/main" val="3010029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533400" y="990600"/>
            <a:ext cx="3008313" cy="552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err="1" smtClean="0">
                <a:latin typeface="Arial" panose="020B0604020202020204" pitchFamily="34" charset="0"/>
                <a:cs typeface="Arial" panose="020B0604020202020204" pitchFamily="34" charset="0"/>
              </a:rPr>
              <a:t>GraphTitle</a:t>
            </a:r>
            <a:endParaRPr lang="en-US" sz="2800" b="1" dirty="0">
              <a:latin typeface="Arial" panose="020B0604020202020204" pitchFamily="34" charset="0"/>
              <a:cs typeface="Arial" panose="020B0604020202020204" pitchFamily="34" charset="0"/>
            </a:endParaRPr>
          </a:p>
        </p:txBody>
      </p:sp>
      <p:sp>
        <p:nvSpPr>
          <p:cNvPr id="3" name="Text Placeholder 3"/>
          <p:cNvSpPr txBox="1">
            <a:spLocks/>
          </p:cNvSpPr>
          <p:nvPr/>
        </p:nvSpPr>
        <p:spPr>
          <a:xfrm>
            <a:off x="533400" y="6019800"/>
            <a:ext cx="8229600" cy="685799"/>
          </a:xfrm>
          <a:prstGeom prst="rect">
            <a:avLst/>
          </a:prstGeom>
        </p:spPr>
        <p:txBody>
          <a:bodyPr>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mtClean="0">
                <a:solidFill>
                  <a:srgbClr val="C70000"/>
                </a:solidFill>
                <a:cs typeface="Arial"/>
              </a:rPr>
              <a:t>Additional Notes </a:t>
            </a:r>
            <a:r>
              <a:rPr lang="en-US" smtClean="0">
                <a:cs typeface="Arial"/>
              </a:rPr>
              <a:t>- </a:t>
            </a:r>
            <a:r>
              <a:rPr lang="en-US" smtClean="0"/>
              <a:t>Lorem ipsum dolor sit amet, consectetuer adipiscing elit. Aenean commodo ligula eget dolor. Aenean massa. Cum sociis natoque penatibus et magnis dis parturient montes, nascetur ridiculus mus. Donec quam felis, ultricies nec, pellentesque eu, pretium quis, sem</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469603921"/>
              </p:ext>
            </p:extLst>
          </p:nvPr>
        </p:nvGraphicFramePr>
        <p:xfrm>
          <a:off x="533400" y="1676400"/>
          <a:ext cx="8229600" cy="4267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25495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533400" y="990600"/>
            <a:ext cx="8153400" cy="5334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mtClean="0"/>
              <a:t>Chart Title</a:t>
            </a:r>
            <a:endParaRPr lang="en-US" dirty="0"/>
          </a:p>
        </p:txBody>
      </p:sp>
      <p:graphicFrame>
        <p:nvGraphicFramePr>
          <p:cNvPr id="3" name="Content Placeholder 3"/>
          <p:cNvGraphicFramePr>
            <a:graphicFrameLocks/>
          </p:cNvGraphicFramePr>
          <p:nvPr/>
        </p:nvGraphicFramePr>
        <p:xfrm>
          <a:off x="533400" y="1676400"/>
          <a:ext cx="8153400" cy="4419597"/>
        </p:xfrm>
        <a:graphic>
          <a:graphicData uri="http://schemas.openxmlformats.org/drawingml/2006/table">
            <a:tbl>
              <a:tblPr firstRow="1" bandRow="1">
                <a:tableStyleId>{5C22544A-7EE6-4342-B048-85BDC9FD1C3A}</a:tableStyleId>
              </a:tblPr>
              <a:tblGrid>
                <a:gridCol w="2038350">
                  <a:extLst>
                    <a:ext uri="{9D8B030D-6E8A-4147-A177-3AD203B41FA5}">
                      <a16:colId xmlns:a16="http://schemas.microsoft.com/office/drawing/2014/main" val="20000"/>
                    </a:ext>
                  </a:extLst>
                </a:gridCol>
                <a:gridCol w="2038350">
                  <a:extLst>
                    <a:ext uri="{9D8B030D-6E8A-4147-A177-3AD203B41FA5}">
                      <a16:colId xmlns:a16="http://schemas.microsoft.com/office/drawing/2014/main" val="20001"/>
                    </a:ext>
                  </a:extLst>
                </a:gridCol>
                <a:gridCol w="2038350">
                  <a:extLst>
                    <a:ext uri="{9D8B030D-6E8A-4147-A177-3AD203B41FA5}">
                      <a16:colId xmlns:a16="http://schemas.microsoft.com/office/drawing/2014/main" val="20002"/>
                    </a:ext>
                  </a:extLst>
                </a:gridCol>
                <a:gridCol w="2038350">
                  <a:extLst>
                    <a:ext uri="{9D8B030D-6E8A-4147-A177-3AD203B41FA5}">
                      <a16:colId xmlns:a16="http://schemas.microsoft.com/office/drawing/2014/main" val="20003"/>
                    </a:ext>
                  </a:extLst>
                </a:gridCol>
              </a:tblGrid>
              <a:tr h="631371">
                <a:tc>
                  <a:txBody>
                    <a:bodyPr/>
                    <a:lstStyle/>
                    <a:p>
                      <a:pPr algn="ctr"/>
                      <a:r>
                        <a:rPr lang="en-US" sz="2000" dirty="0" smtClean="0">
                          <a:latin typeface="Arial"/>
                        </a:rPr>
                        <a:t>Column A</a:t>
                      </a:r>
                      <a:endParaRPr lang="en-US" sz="2000" b="1" dirty="0">
                        <a:latin typeface="Arial"/>
                        <a:cs typeface="Arial"/>
                      </a:endParaRPr>
                    </a:p>
                  </a:txBody>
                  <a:tcPr marT="45727" marB="45727" anchor="ctr"/>
                </a:tc>
                <a:tc>
                  <a:txBody>
                    <a:bodyPr/>
                    <a:lstStyle/>
                    <a:p>
                      <a:pPr algn="ctr"/>
                      <a:r>
                        <a:rPr lang="en-US" sz="2000" b="1" dirty="0" smtClean="0">
                          <a:latin typeface="Arial"/>
                          <a:cs typeface="+mn-cs"/>
                        </a:rPr>
                        <a:t>B</a:t>
                      </a:r>
                      <a:endParaRPr lang="en-US" sz="2000" b="1" dirty="0">
                        <a:latin typeface="Arial"/>
                        <a:cs typeface="Arial"/>
                      </a:endParaRPr>
                    </a:p>
                  </a:txBody>
                  <a:tcPr marT="45727" marB="45727" anchor="ctr"/>
                </a:tc>
                <a:tc>
                  <a:txBody>
                    <a:bodyPr/>
                    <a:lstStyle/>
                    <a:p>
                      <a:pPr algn="ctr"/>
                      <a:r>
                        <a:rPr lang="en-US" sz="2000" dirty="0" smtClean="0">
                          <a:latin typeface="Arial"/>
                        </a:rPr>
                        <a:t>C</a:t>
                      </a:r>
                      <a:endParaRPr lang="en-US" sz="2000" b="1" dirty="0">
                        <a:latin typeface="Arial"/>
                        <a:cs typeface="Arial"/>
                      </a:endParaRPr>
                    </a:p>
                  </a:txBody>
                  <a:tcPr marT="45727" marB="45727" anchor="ctr"/>
                </a:tc>
                <a:tc>
                  <a:txBody>
                    <a:bodyPr/>
                    <a:lstStyle/>
                    <a:p>
                      <a:pPr algn="ctr"/>
                      <a:r>
                        <a:rPr lang="en-US" sz="2000" dirty="0" smtClean="0">
                          <a:latin typeface="Arial"/>
                        </a:rPr>
                        <a:t>D</a:t>
                      </a:r>
                      <a:endParaRPr lang="en-US" sz="2000" b="1" dirty="0">
                        <a:latin typeface="Arial"/>
                        <a:cs typeface="Arial"/>
                      </a:endParaRPr>
                    </a:p>
                  </a:txBody>
                  <a:tcPr marT="45727" marB="45727" anchor="ctr"/>
                </a:tc>
                <a:extLst>
                  <a:ext uri="{0D108BD9-81ED-4DB2-BD59-A6C34878D82A}">
                    <a16:rowId xmlns:a16="http://schemas.microsoft.com/office/drawing/2014/main" val="10000"/>
                  </a:ext>
                </a:extLst>
              </a:tr>
              <a:tr h="631371">
                <a:tc>
                  <a:txBody>
                    <a:bodyPr/>
                    <a:lstStyle/>
                    <a:p>
                      <a:r>
                        <a:rPr lang="en-US" sz="2000" dirty="0" smtClean="0">
                          <a:latin typeface="Arial"/>
                        </a:rPr>
                        <a:t>XXXXXXXX</a:t>
                      </a:r>
                      <a:endParaRPr lang="en-US" sz="2000" dirty="0">
                        <a:latin typeface="Arial"/>
                        <a:cs typeface="Arial"/>
                      </a:endParaRPr>
                    </a:p>
                  </a:txBody>
                  <a:tcPr marT="45727" marB="45727" anchor="ctr"/>
                </a:tc>
                <a:tc>
                  <a:txBody>
                    <a:bodyPr/>
                    <a:lstStyle/>
                    <a:p>
                      <a:pPr algn="ctr"/>
                      <a:r>
                        <a:rPr lang="en-US" sz="2000" dirty="0" smtClean="0">
                          <a:latin typeface="Arial"/>
                        </a:rPr>
                        <a:t>XX</a:t>
                      </a:r>
                      <a:endParaRPr lang="en-US" sz="2000" dirty="0">
                        <a:latin typeface="Arial"/>
                        <a:cs typeface="Arial"/>
                      </a:endParaRPr>
                    </a:p>
                  </a:txBody>
                  <a:tcPr marT="45727" marB="45727" anchor="ctr"/>
                </a:tc>
                <a:tc>
                  <a:txBody>
                    <a:bodyPr/>
                    <a:lstStyle/>
                    <a:p>
                      <a:pPr algn="ctr"/>
                      <a:r>
                        <a:rPr lang="en-US" sz="2000" dirty="0" smtClean="0">
                          <a:latin typeface="Arial"/>
                        </a:rPr>
                        <a:t>XX</a:t>
                      </a:r>
                      <a:endParaRPr lang="en-US" sz="2000" dirty="0">
                        <a:latin typeface="Arial"/>
                        <a:cs typeface="Arial"/>
                      </a:endParaRPr>
                    </a:p>
                  </a:txBody>
                  <a:tcPr marT="45727" marB="45727" anchor="ctr"/>
                </a:tc>
                <a:tc>
                  <a:txBody>
                    <a:bodyPr/>
                    <a:lstStyle/>
                    <a:p>
                      <a:pPr algn="ctr"/>
                      <a:r>
                        <a:rPr lang="en-US" sz="2000" dirty="0" smtClean="0">
                          <a:latin typeface="Arial"/>
                        </a:rPr>
                        <a:t>XX</a:t>
                      </a:r>
                      <a:endParaRPr lang="en-US" sz="2000" dirty="0">
                        <a:latin typeface="Arial"/>
                        <a:cs typeface="Arial"/>
                      </a:endParaRPr>
                    </a:p>
                  </a:txBody>
                  <a:tcPr marT="45727" marB="45727" anchor="ctr"/>
                </a:tc>
                <a:extLst>
                  <a:ext uri="{0D108BD9-81ED-4DB2-BD59-A6C34878D82A}">
                    <a16:rowId xmlns:a16="http://schemas.microsoft.com/office/drawing/2014/main" val="10001"/>
                  </a:ext>
                </a:extLst>
              </a:tr>
              <a:tr h="631371">
                <a:tc>
                  <a:txBody>
                    <a:bodyPr/>
                    <a:lstStyle/>
                    <a:p>
                      <a:r>
                        <a:rPr lang="en-US" sz="2000" dirty="0" smtClean="0">
                          <a:latin typeface="Arial"/>
                        </a:rPr>
                        <a:t>XXXXXXXX</a:t>
                      </a:r>
                      <a:endParaRPr lang="en-US" sz="2000" dirty="0">
                        <a:latin typeface="Arial"/>
                        <a:cs typeface="Arial"/>
                      </a:endParaRPr>
                    </a:p>
                  </a:txBody>
                  <a:tcPr marT="45727" marB="45727" anchor="ctr"/>
                </a:tc>
                <a:tc>
                  <a:txBody>
                    <a:bodyPr/>
                    <a:lstStyle/>
                    <a:p>
                      <a:pPr algn="ctr"/>
                      <a:r>
                        <a:rPr lang="en-US" sz="2000" dirty="0" smtClean="0">
                          <a:latin typeface="Arial"/>
                        </a:rPr>
                        <a:t>XX</a:t>
                      </a:r>
                      <a:endParaRPr lang="en-US" sz="2000" dirty="0">
                        <a:latin typeface="Arial"/>
                        <a:cs typeface="Arial"/>
                      </a:endParaRPr>
                    </a:p>
                  </a:txBody>
                  <a:tcPr marT="45727" marB="45727" anchor="ctr"/>
                </a:tc>
                <a:tc>
                  <a:txBody>
                    <a:bodyPr/>
                    <a:lstStyle/>
                    <a:p>
                      <a:pPr algn="ctr"/>
                      <a:r>
                        <a:rPr lang="en-US" sz="2000" dirty="0" smtClean="0">
                          <a:latin typeface="Arial"/>
                        </a:rPr>
                        <a:t>XX</a:t>
                      </a:r>
                      <a:endParaRPr lang="en-US" sz="2000" dirty="0">
                        <a:latin typeface="Arial"/>
                        <a:cs typeface="Arial"/>
                      </a:endParaRPr>
                    </a:p>
                  </a:txBody>
                  <a:tcPr marT="45727" marB="45727" anchor="ctr"/>
                </a:tc>
                <a:tc>
                  <a:txBody>
                    <a:bodyPr/>
                    <a:lstStyle/>
                    <a:p>
                      <a:pPr algn="ctr"/>
                      <a:r>
                        <a:rPr lang="en-US" sz="2000" dirty="0" smtClean="0">
                          <a:latin typeface="Arial"/>
                        </a:rPr>
                        <a:t>XX</a:t>
                      </a:r>
                      <a:endParaRPr lang="en-US" sz="2000" dirty="0">
                        <a:latin typeface="Arial"/>
                        <a:cs typeface="Arial"/>
                      </a:endParaRPr>
                    </a:p>
                  </a:txBody>
                  <a:tcPr marT="45727" marB="45727" anchor="ctr"/>
                </a:tc>
                <a:extLst>
                  <a:ext uri="{0D108BD9-81ED-4DB2-BD59-A6C34878D82A}">
                    <a16:rowId xmlns:a16="http://schemas.microsoft.com/office/drawing/2014/main" val="10002"/>
                  </a:ext>
                </a:extLst>
              </a:tr>
              <a:tr h="631371">
                <a:tc>
                  <a:txBody>
                    <a:bodyPr/>
                    <a:lstStyle/>
                    <a:p>
                      <a:r>
                        <a:rPr lang="en-US" sz="2000" dirty="0" smtClean="0">
                          <a:latin typeface="Arial"/>
                        </a:rPr>
                        <a:t>XXXXXXXX</a:t>
                      </a:r>
                      <a:endParaRPr lang="en-US" sz="2000" dirty="0">
                        <a:latin typeface="Arial"/>
                        <a:cs typeface="Arial"/>
                      </a:endParaRPr>
                    </a:p>
                  </a:txBody>
                  <a:tcPr marT="45727" marB="45727" anchor="ctr"/>
                </a:tc>
                <a:tc>
                  <a:txBody>
                    <a:bodyPr/>
                    <a:lstStyle/>
                    <a:p>
                      <a:pPr algn="ctr"/>
                      <a:r>
                        <a:rPr lang="en-US" sz="2000" dirty="0" smtClean="0">
                          <a:latin typeface="Arial"/>
                        </a:rPr>
                        <a:t>XX</a:t>
                      </a:r>
                      <a:endParaRPr lang="en-US" sz="2000" dirty="0">
                        <a:latin typeface="Arial"/>
                        <a:cs typeface="Arial"/>
                      </a:endParaRPr>
                    </a:p>
                  </a:txBody>
                  <a:tcPr marT="45727" marB="45727" anchor="ctr"/>
                </a:tc>
                <a:tc>
                  <a:txBody>
                    <a:bodyPr/>
                    <a:lstStyle/>
                    <a:p>
                      <a:pPr algn="ctr"/>
                      <a:r>
                        <a:rPr lang="en-US" sz="2000" dirty="0" smtClean="0">
                          <a:latin typeface="Arial"/>
                        </a:rPr>
                        <a:t>XX</a:t>
                      </a:r>
                      <a:endParaRPr lang="en-US" sz="2000" dirty="0">
                        <a:latin typeface="Arial"/>
                        <a:cs typeface="Arial"/>
                      </a:endParaRPr>
                    </a:p>
                  </a:txBody>
                  <a:tcPr marT="45727" marB="45727" anchor="ctr"/>
                </a:tc>
                <a:tc>
                  <a:txBody>
                    <a:bodyPr/>
                    <a:lstStyle/>
                    <a:p>
                      <a:pPr algn="ctr"/>
                      <a:r>
                        <a:rPr lang="en-US" sz="2000" dirty="0" smtClean="0">
                          <a:latin typeface="Arial"/>
                        </a:rPr>
                        <a:t>XX</a:t>
                      </a:r>
                      <a:endParaRPr lang="en-US" sz="2000" dirty="0">
                        <a:latin typeface="Arial"/>
                        <a:cs typeface="Arial"/>
                      </a:endParaRPr>
                    </a:p>
                  </a:txBody>
                  <a:tcPr marT="45727" marB="45727" anchor="ctr"/>
                </a:tc>
                <a:extLst>
                  <a:ext uri="{0D108BD9-81ED-4DB2-BD59-A6C34878D82A}">
                    <a16:rowId xmlns:a16="http://schemas.microsoft.com/office/drawing/2014/main" val="10003"/>
                  </a:ext>
                </a:extLst>
              </a:tr>
              <a:tr h="631371">
                <a:tc>
                  <a:txBody>
                    <a:bodyPr/>
                    <a:lstStyle/>
                    <a:p>
                      <a:r>
                        <a:rPr lang="en-US" sz="2000" dirty="0" smtClean="0">
                          <a:latin typeface="Arial"/>
                        </a:rPr>
                        <a:t>XXXXXXXX</a:t>
                      </a:r>
                      <a:endParaRPr lang="en-US" sz="2000" dirty="0">
                        <a:latin typeface="Arial"/>
                        <a:cs typeface="Arial"/>
                      </a:endParaRPr>
                    </a:p>
                  </a:txBody>
                  <a:tcPr marT="45727" marB="45727" anchor="ctr"/>
                </a:tc>
                <a:tc>
                  <a:txBody>
                    <a:bodyPr/>
                    <a:lstStyle/>
                    <a:p>
                      <a:pPr algn="ctr"/>
                      <a:r>
                        <a:rPr lang="en-US" sz="2000" dirty="0" smtClean="0">
                          <a:latin typeface="Arial"/>
                        </a:rPr>
                        <a:t>XX</a:t>
                      </a:r>
                      <a:endParaRPr lang="en-US" sz="2000" dirty="0">
                        <a:latin typeface="Arial"/>
                        <a:cs typeface="Arial"/>
                      </a:endParaRPr>
                    </a:p>
                  </a:txBody>
                  <a:tcPr marT="45727" marB="45727" anchor="ctr"/>
                </a:tc>
                <a:tc>
                  <a:txBody>
                    <a:bodyPr/>
                    <a:lstStyle/>
                    <a:p>
                      <a:pPr algn="ctr"/>
                      <a:r>
                        <a:rPr lang="en-US" sz="2000" dirty="0" smtClean="0">
                          <a:latin typeface="Arial"/>
                        </a:rPr>
                        <a:t>XX</a:t>
                      </a:r>
                      <a:endParaRPr lang="en-US" sz="2000" dirty="0">
                        <a:latin typeface="Arial"/>
                        <a:cs typeface="Arial"/>
                      </a:endParaRPr>
                    </a:p>
                  </a:txBody>
                  <a:tcPr marT="45727" marB="45727" anchor="ctr"/>
                </a:tc>
                <a:tc>
                  <a:txBody>
                    <a:bodyPr/>
                    <a:lstStyle/>
                    <a:p>
                      <a:pPr algn="ctr"/>
                      <a:r>
                        <a:rPr lang="en-US" sz="2000" dirty="0" smtClean="0">
                          <a:latin typeface="Arial"/>
                        </a:rPr>
                        <a:t>XX</a:t>
                      </a:r>
                      <a:endParaRPr lang="en-US" sz="2000" dirty="0">
                        <a:latin typeface="Arial"/>
                        <a:cs typeface="Arial"/>
                      </a:endParaRPr>
                    </a:p>
                  </a:txBody>
                  <a:tcPr marT="45727" marB="45727" anchor="ctr"/>
                </a:tc>
                <a:extLst>
                  <a:ext uri="{0D108BD9-81ED-4DB2-BD59-A6C34878D82A}">
                    <a16:rowId xmlns:a16="http://schemas.microsoft.com/office/drawing/2014/main" val="10004"/>
                  </a:ext>
                </a:extLst>
              </a:tr>
              <a:tr h="631371">
                <a:tc>
                  <a:txBody>
                    <a:bodyPr/>
                    <a:lstStyle/>
                    <a:p>
                      <a:r>
                        <a:rPr lang="en-US" sz="2000" dirty="0" smtClean="0">
                          <a:latin typeface="Arial"/>
                        </a:rPr>
                        <a:t>XXXXXXXX</a:t>
                      </a:r>
                      <a:endParaRPr lang="en-US" sz="2000" dirty="0">
                        <a:latin typeface="Arial"/>
                        <a:cs typeface="Arial"/>
                      </a:endParaRPr>
                    </a:p>
                  </a:txBody>
                  <a:tcPr marT="45727" marB="45727" anchor="ctr"/>
                </a:tc>
                <a:tc>
                  <a:txBody>
                    <a:bodyPr/>
                    <a:lstStyle/>
                    <a:p>
                      <a:pPr algn="ctr"/>
                      <a:r>
                        <a:rPr lang="en-US" sz="2000" dirty="0" smtClean="0">
                          <a:latin typeface="Arial"/>
                          <a:cs typeface="Arial"/>
                        </a:rPr>
                        <a:t>XX</a:t>
                      </a:r>
                      <a:endParaRPr lang="en-US" sz="2000" dirty="0">
                        <a:latin typeface="Arial"/>
                        <a:cs typeface="Arial"/>
                      </a:endParaRPr>
                    </a:p>
                  </a:txBody>
                  <a:tcPr marT="45727" marB="45727" anchor="ctr"/>
                </a:tc>
                <a:tc>
                  <a:txBody>
                    <a:bodyPr/>
                    <a:lstStyle/>
                    <a:p>
                      <a:pPr algn="ctr"/>
                      <a:r>
                        <a:rPr lang="en-US" sz="2000" dirty="0" smtClean="0">
                          <a:latin typeface="Arial"/>
                        </a:rPr>
                        <a:t>XX</a:t>
                      </a:r>
                      <a:endParaRPr lang="en-US" sz="2000" dirty="0">
                        <a:latin typeface="Arial"/>
                        <a:cs typeface="Arial"/>
                      </a:endParaRPr>
                    </a:p>
                  </a:txBody>
                  <a:tcPr marT="45727" marB="45727" anchor="ctr"/>
                </a:tc>
                <a:tc>
                  <a:txBody>
                    <a:bodyPr/>
                    <a:lstStyle/>
                    <a:p>
                      <a:pPr algn="ctr"/>
                      <a:r>
                        <a:rPr lang="en-US" sz="2000" dirty="0" smtClean="0">
                          <a:latin typeface="Arial"/>
                          <a:cs typeface="Arial"/>
                        </a:rPr>
                        <a:t>XX</a:t>
                      </a:r>
                      <a:endParaRPr lang="en-US" sz="2000" dirty="0">
                        <a:latin typeface="Arial"/>
                        <a:cs typeface="Arial"/>
                      </a:endParaRPr>
                    </a:p>
                  </a:txBody>
                  <a:tcPr marT="45727" marB="45727" anchor="ctr"/>
                </a:tc>
                <a:extLst>
                  <a:ext uri="{0D108BD9-81ED-4DB2-BD59-A6C34878D82A}">
                    <a16:rowId xmlns:a16="http://schemas.microsoft.com/office/drawing/2014/main" val="10005"/>
                  </a:ext>
                </a:extLst>
              </a:tr>
              <a:tr h="631371">
                <a:tc>
                  <a:txBody>
                    <a:bodyPr/>
                    <a:lstStyle/>
                    <a:p>
                      <a:r>
                        <a:rPr lang="en-US" sz="2000" dirty="0" smtClean="0">
                          <a:latin typeface="Arial"/>
                        </a:rPr>
                        <a:t>XXXXXXXX</a:t>
                      </a:r>
                      <a:endParaRPr lang="en-US" sz="2000" dirty="0">
                        <a:latin typeface="Arial"/>
                        <a:cs typeface="Arial"/>
                      </a:endParaRPr>
                    </a:p>
                  </a:txBody>
                  <a:tcPr marT="45727" marB="45727" anchor="ctr"/>
                </a:tc>
                <a:tc>
                  <a:txBody>
                    <a:bodyPr/>
                    <a:lstStyle/>
                    <a:p>
                      <a:pPr algn="ctr"/>
                      <a:r>
                        <a:rPr lang="en-US" sz="2000" dirty="0" smtClean="0">
                          <a:latin typeface="Arial"/>
                        </a:rPr>
                        <a:t>XX</a:t>
                      </a:r>
                      <a:endParaRPr lang="en-US" sz="2000" b="1" dirty="0">
                        <a:latin typeface="Arial"/>
                        <a:cs typeface="Arial"/>
                      </a:endParaRPr>
                    </a:p>
                  </a:txBody>
                  <a:tcPr marT="45727" marB="45727" anchor="ctr"/>
                </a:tc>
                <a:tc>
                  <a:txBody>
                    <a:bodyPr/>
                    <a:lstStyle/>
                    <a:p>
                      <a:pPr algn="ctr"/>
                      <a:r>
                        <a:rPr lang="en-US" sz="2000" dirty="0" smtClean="0">
                          <a:latin typeface="Arial"/>
                        </a:rPr>
                        <a:t>XX</a:t>
                      </a:r>
                      <a:endParaRPr lang="en-US" sz="2000" b="1" dirty="0">
                        <a:latin typeface="Arial"/>
                        <a:cs typeface="Arial"/>
                      </a:endParaRPr>
                    </a:p>
                  </a:txBody>
                  <a:tcPr marT="45727" marB="45727" anchor="ctr"/>
                </a:tc>
                <a:tc>
                  <a:txBody>
                    <a:bodyPr/>
                    <a:lstStyle/>
                    <a:p>
                      <a:pPr algn="ctr"/>
                      <a:r>
                        <a:rPr lang="en-US" sz="2000" dirty="0" smtClean="0">
                          <a:latin typeface="Arial"/>
                        </a:rPr>
                        <a:t>XX</a:t>
                      </a:r>
                      <a:endParaRPr lang="en-US" sz="2000" b="1" dirty="0">
                        <a:latin typeface="Arial"/>
                        <a:cs typeface="Arial"/>
                      </a:endParaRPr>
                    </a:p>
                  </a:txBody>
                  <a:tcPr marT="45727" marB="45727"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993383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533400" y="990600"/>
            <a:ext cx="8153400" cy="5334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mtClean="0"/>
              <a:t>List Title</a:t>
            </a:r>
            <a:endParaRPr lang="en-US" dirty="0"/>
          </a:p>
        </p:txBody>
      </p:sp>
      <p:sp>
        <p:nvSpPr>
          <p:cNvPr id="3" name="Content Placeholder 2"/>
          <p:cNvSpPr txBox="1">
            <a:spLocks/>
          </p:cNvSpPr>
          <p:nvPr/>
        </p:nvSpPr>
        <p:spPr>
          <a:xfrm>
            <a:off x="533400" y="1676400"/>
            <a:ext cx="8153400" cy="4449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buSzPct val="105000"/>
            </a:pPr>
            <a:r>
              <a:rPr lang="en-US" sz="2000" smtClean="0"/>
              <a:t>Lorem ipsum dolor sit amet </a:t>
            </a:r>
          </a:p>
          <a:p>
            <a:pPr>
              <a:spcAft>
                <a:spcPts val="600"/>
              </a:spcAft>
              <a:buSzPct val="105000"/>
            </a:pPr>
            <a:r>
              <a:rPr lang="en-US" sz="2000" smtClean="0"/>
              <a:t>Aenean commodo ligula eget dolor </a:t>
            </a:r>
          </a:p>
          <a:p>
            <a:pPr>
              <a:spcAft>
                <a:spcPts val="600"/>
              </a:spcAft>
              <a:buSzPct val="105000"/>
            </a:pPr>
            <a:r>
              <a:rPr lang="en-US" sz="2000" smtClean="0"/>
              <a:t>Cum sociis natoque penatibus et magnis dis parturient montes </a:t>
            </a:r>
          </a:p>
          <a:p>
            <a:pPr>
              <a:spcAft>
                <a:spcPts val="600"/>
              </a:spcAft>
              <a:buSzPct val="105000"/>
            </a:pPr>
            <a:r>
              <a:rPr lang="en-US" sz="2000" smtClean="0"/>
              <a:t>Donec quam felis, ultricies nec, pellentesque eu </a:t>
            </a:r>
          </a:p>
          <a:p>
            <a:pPr>
              <a:spcAft>
                <a:spcPts val="600"/>
              </a:spcAft>
              <a:buSzPct val="105000"/>
            </a:pPr>
            <a:r>
              <a:rPr lang="en-US" sz="2000" smtClean="0"/>
              <a:t>Lorem ipsum dolor sit amet, consectetuer adipiscing elit </a:t>
            </a:r>
          </a:p>
          <a:p>
            <a:pPr>
              <a:spcAft>
                <a:spcPts val="600"/>
              </a:spcAft>
              <a:buSzPct val="105000"/>
            </a:pPr>
            <a:r>
              <a:rPr lang="en-US" sz="2000" smtClean="0"/>
              <a:t>Aenean massa </a:t>
            </a:r>
          </a:p>
          <a:p>
            <a:pPr>
              <a:spcAft>
                <a:spcPts val="600"/>
              </a:spcAft>
              <a:buSzPct val="105000"/>
            </a:pPr>
            <a:r>
              <a:rPr lang="en-US" sz="2000" smtClean="0"/>
              <a:t>Aenean commodo ligula eget dolor</a:t>
            </a:r>
            <a:endParaRPr lang="en-US" sz="2000" dirty="0">
              <a:cs typeface="Arial"/>
            </a:endParaRPr>
          </a:p>
        </p:txBody>
      </p:sp>
    </p:spTree>
    <p:extLst>
      <p:ext uri="{BB962C8B-B14F-4D97-AF65-F5344CB8AC3E}">
        <p14:creationId xmlns:p14="http://schemas.microsoft.com/office/powerpoint/2010/main" val="2537706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533400" y="990600"/>
            <a:ext cx="8153400" cy="5334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mtClean="0"/>
              <a:t>Slide Title</a:t>
            </a:r>
            <a:endParaRPr lang="en-US" dirty="0"/>
          </a:p>
        </p:txBody>
      </p:sp>
      <p:sp>
        <p:nvSpPr>
          <p:cNvPr id="3" name="Content Placeholder 2"/>
          <p:cNvSpPr txBox="1">
            <a:spLocks/>
          </p:cNvSpPr>
          <p:nvPr/>
        </p:nvSpPr>
        <p:spPr>
          <a:xfrm>
            <a:off x="533400" y="1676400"/>
            <a:ext cx="8153400" cy="4449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SzPct val="105000"/>
            </a:pPr>
            <a:r>
              <a:rPr lang="en-US" sz="2000" smtClean="0"/>
              <a:t>Lorem ipsum dolor sit amet, consectetuer adipiscing elit. Aenean commodo ligula eget dolor. Aenean massa. Cum sociis natoque penatibus et magnis dis parturient montes, nascetur ridiculus mus. Donec quam felis, ultricies nec, pellentesque eu, pretium quis, sem.</a:t>
            </a:r>
          </a:p>
          <a:p>
            <a:pPr marL="0" indent="0">
              <a:spcBef>
                <a:spcPts val="0"/>
              </a:spcBef>
              <a:spcAft>
                <a:spcPts val="600"/>
              </a:spcAft>
              <a:buSzPct val="105000"/>
            </a:pPr>
            <a:endParaRPr lang="en-US" sz="2000" smtClean="0">
              <a:cs typeface="Arial"/>
            </a:endParaRPr>
          </a:p>
          <a:p>
            <a:pPr marL="0" indent="0">
              <a:spcBef>
                <a:spcPts val="0"/>
              </a:spcBef>
              <a:spcAft>
                <a:spcPts val="600"/>
              </a:spcAft>
              <a:buSzPct val="105000"/>
            </a:pPr>
            <a:r>
              <a:rPr lang="en-US" sz="2000" smtClean="0"/>
              <a:t>Aenean massa. Cum sociis natoque penatibus et magnis dis parturient montes, nascetur ridiculus mus. Donec quam felis, ultricies nec, pellentesque eu, pretium quis, sem.</a:t>
            </a:r>
            <a:endParaRPr lang="en-US" sz="2000" smtClean="0">
              <a:cs typeface="Arial"/>
            </a:endParaRPr>
          </a:p>
          <a:p>
            <a:pPr marL="0" indent="0">
              <a:spcBef>
                <a:spcPts val="0"/>
              </a:spcBef>
              <a:spcAft>
                <a:spcPts val="600"/>
              </a:spcAft>
              <a:buSzPct val="105000"/>
            </a:pPr>
            <a:endParaRPr lang="en-US" sz="2000" dirty="0">
              <a:cs typeface="Arial"/>
            </a:endParaRPr>
          </a:p>
        </p:txBody>
      </p:sp>
    </p:spTree>
    <p:extLst>
      <p:ext uri="{BB962C8B-B14F-4D97-AF65-F5344CB8AC3E}">
        <p14:creationId xmlns:p14="http://schemas.microsoft.com/office/powerpoint/2010/main" val="2257664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p:cNvSpPr txBox="1">
            <a:spLocks/>
          </p:cNvSpPr>
          <p:nvPr/>
        </p:nvSpPr>
        <p:spPr>
          <a:xfrm>
            <a:off x="533400" y="6248400"/>
            <a:ext cx="8153400" cy="3476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mtClean="0"/>
              <a:t>Type image caption here.</a:t>
            </a:r>
            <a:endParaRPr lang="en-US" dirty="0"/>
          </a:p>
        </p:txBody>
      </p:sp>
      <p:sp>
        <p:nvSpPr>
          <p:cNvPr id="3" name="Title 3"/>
          <p:cNvSpPr txBox="1">
            <a:spLocks/>
          </p:cNvSpPr>
          <p:nvPr/>
        </p:nvSpPr>
        <p:spPr>
          <a:xfrm>
            <a:off x="533400" y="1066800"/>
            <a:ext cx="8153400" cy="457200"/>
          </a:xfrm>
          <a:prstGeom prst="rect">
            <a:avLst/>
          </a:prstGeom>
        </p:spPr>
        <p:txBody>
          <a:bodyP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mtClean="0"/>
              <a:t>Slide Title</a:t>
            </a:r>
            <a:endParaRPr lang="en-US" dirty="0"/>
          </a:p>
        </p:txBody>
      </p:sp>
      <p:pic>
        <p:nvPicPr>
          <p:cNvPr id="4" name="Content Placeholder 6"/>
          <p:cNvPicPr>
            <a:picLocks noChangeAspect="1"/>
          </p:cNvPicPr>
          <p:nvPr/>
        </p:nvPicPr>
        <p:blipFill>
          <a:blip r:embed="rId2" cstate="print">
            <a:extLst>
              <a:ext uri="{28A0092B-C50C-407E-A947-70E740481C1C}">
                <a14:useLocalDpi xmlns:a14="http://schemas.microsoft.com/office/drawing/2010/main" val="0"/>
              </a:ext>
            </a:extLst>
          </a:blip>
          <a:srcRect t="8463" b="8463"/>
          <a:stretch>
            <a:fillRect/>
          </a:stretch>
        </p:blipFill>
        <p:spPr>
          <a:xfrm>
            <a:off x="609600" y="1676400"/>
            <a:ext cx="8001000" cy="4495800"/>
          </a:xfrm>
          <a:prstGeom prst="rect">
            <a:avLst/>
          </a:prstGeom>
        </p:spPr>
      </p:pic>
    </p:spTree>
    <p:extLst>
      <p:ext uri="{BB962C8B-B14F-4D97-AF65-F5344CB8AC3E}">
        <p14:creationId xmlns:p14="http://schemas.microsoft.com/office/powerpoint/2010/main" val="24748754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TotalTime>
  <Words>232</Words>
  <Application>Microsoft Office PowerPoint</Application>
  <PresentationFormat>Widescreen</PresentationFormat>
  <Paragraphs>55</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dc:creator>
  <cp:lastModifiedBy>Windows</cp:lastModifiedBy>
  <cp:revision>3</cp:revision>
  <dcterms:created xsi:type="dcterms:W3CDTF">2025-06-27T07:49:28Z</dcterms:created>
  <dcterms:modified xsi:type="dcterms:W3CDTF">2025-06-27T07:57:29Z</dcterms:modified>
</cp:coreProperties>
</file>